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가운데 굵은 가로선이 쓰기 경로입니다. 정거장 여섯 개를 왼쪽에서 오른쪽으로 읽으면 접수, 저널 append, ACK, 매칭엔진, 원장 정산, 프로젝션입니다. 200 을 내는 지점이 세 번째라는 것이 이 설계의 요지입니다. 디스크에 남기고 나서 응답하므로 그 뒤에 무엇이 죽어도 재생할 수 있습니다. 옅게 채운 상자가 PostgreSQL 에 남는 것, 흰 상자가 메모리에서 도는 것, 파선이 재계산 가능한 파생입니다. 색을 쓰지 않고 형태로만 갈랐습니다. 굵은 테두리를 두른 매칭엔진이 이중화할 수 없는 유일점입니다. 위 칸이 가용영역 a 이고 아래 점선 칸이 c 입니다. app-1 과 app-2 를 같은 x 에 두었기 때문에 같은 자리가 다른 가용영역에서 다시 선다는 것이 배치로 읽힙니다. ALB 는 앱이 내는 readiness 503 을 그대로 읽습니다. 팔로워가 스스로 빠지므로 헬스체크를 자작하지 않았고 판정 주체는 여전히 앱입니다. 맨 아래 점선 띠가 온프레미스 검증면입니다. tc netem 과 nftables 같은 커널 계층 주입은 이 평면 전용입니다. 클라우드 노드에 걸면 SSM 접근 경로가 같은 네트워크를 타서 노드를 통째로 잃습니다. 두 평면을 잇는 것은 상시 터널이 아니라 같은 GHCR digest 와 저장소에 커밋한 verdict 파일입니다.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한 평면에서는 양립하지 않습니다. 그래서 세 평면으로 나눴습니다. 상시면은 두 가용영역에 이중화한 채로 24시간 서고, 증명면은 부하 창에만 뜨는 발생기 한 대이며, 검증면은 집 PC 의 온프레미스라 비용이 0입니다. 로드밸런서는 ALB 를 채택했습니다. 자작 헬스체크를 없애려고 관리형을 쓴 것이 아니라 앱이 이미 내고 있는 readiness 계약을 그대로 소비시킨 것이라 판정 주체는 여전히 앱입니다. 관리형 DB를 안 쓴 것은 반대 방향의 판단입니다. 복제 링크에 tc netem 을 걸 수 없으면 증명 두 번째 명제가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 를 시도했을 때 P0001 로 막히는 것을 캡처로 남깁니다. 비용은 결과가 아니라 설계 변수로 다뤘습니다. 상한을 먼저 정하고 그 안에 들어오는 토폴로지를 골랐습니다. 판정면도 바꿨습니다. 730시간 런레이트는 이 구조가 한 번도 실현하지 않는 값이라 달력 월 실청구로 판정합니다. 구월과 시월이 각각 97,318원이고 여유가 2,682원뿐입니다. 그 여유가 환율의 함수라서 부하 발생기 시간을 환율별 가용치 표로 정의해 두었습니다. 크레딧이 남아 있어 실제 현금 지출은 0이지만 상한을 현금 기준으로 완화하지 않았습니다. 완화하면 RDS 대신 자체 복제를 고른 근거가 함께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열 종입니다. 왼쪽이 무엇을 확인하는 실험인지, 오른쪽이 실제로 나온 결과입니다. 라이브 통과가 여섯 건이고 그중 E5와 E7은 불변식 스물세 개가 전건 0위반이었습니다. 복구됐다는 사실과 데이터가 맞다는 사실을 같은 실행 안에서 함께 판정했다는 뜻입니다. 빨간 두 줄이 남은 일입니다. E4는 리더 킬인데 측정 기준이 8월 18일에 바뀐 뒤 재측정을 안 했습니다. 옛 숫자를 그대로 쓰면 거짓이 되므로 이 계획서에 수치로 적지 않았습니다. E10은 지금까지와 층위가 다릅니다. E1부터 E9까지는 전부 프록시가 느린 척 끊긴 척한 모사이고, tc netem 은 리눅스 커널 큐에 직접 지연과 손실을 넣습니다. 그게 실제 네트워크 장애와 같은 층위입니다.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48일, 순 가용 303시간입니다.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26개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시스템_아키텍처_슬라이드용.png">    </p:cNvPr>
          <p:cNvPicPr>
            <a:picLocks noChangeAspect="1"/>
          </p:cNvPicPr>
          <p:nvPr/>
        </p:nvPicPr>
        <p:blipFill>
          <a:blip r:embed="rId1"/>
          <a:stretch>
            <a:fillRect/>
          </a:stretch>
        </p:blipFill>
        <p:spPr>
          <a:xfrm>
            <a:off x="310896" y="1426464"/>
            <a:ext cx="11576304"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오리진</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ALB · 동적 오리진 · 2 AZ</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app x2 · PostgreSQL primary/standby</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부하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load c7g.large 단독   =  달력 월 45시간 예산 · USD 0.0816 /hr. app-2 와 pg-standby 는 상시면으로 올라갔다</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ALB 채택. 앱의 readiness 503 을 그대로 읽어 팔로워가 스스로 빠진다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복제 링크에 주입할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 단독. 커널 주입은 온프레미스 검증면 전용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4종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11</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중앙화는 W5 이월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달력 월 실청구 97,318원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발표까지 총계 USD 139.03</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1~5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2194560"/>
                <a:gridCol w="466344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금액 USD</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S0 baseline  09-01 ~ 09-14</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0.72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Route 53 · CloudFront · S3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S1 HA steady  09-15 ~ 10-16</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117.87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app x2 · primary/standby · NAT x2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S2 부하 창  90시간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7.79</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45시간 예산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139.03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97,318원 · 상한 100,000원 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장애를 일부러 내고 데이터가 맞는지 확인한다. 예상과 실측을 같은 행에서 대조한다</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713232"/>
                <a:gridCol w="6903720"/>
                <a:gridCol w="3438144"/>
              </a:tblGrid>
              <a:tr h="301752">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항목</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한 줄 요약</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결과</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시스템을 일부러 느리게 해도 멈추지 않고 빠르게 정상화되는지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2.06초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E2</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저장소 연결이 끊겨도 데이터 유실 없이 새 대표가 정상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13.9초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E3</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Redis가 중단돼도 핵심 서비스에 영향이 없는지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정상 SKIP · 실제 의존 관계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E4</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갑자기 죽어도 30초 안에 자동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미확인 · 기준 변경 후 재시험 필요</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E5</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서버의 네트워크가 끊겨도 새 대표로 안전하게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12초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E6</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높은 부하 중 대표 서버가 죽어도 서비스가 계속 유지되는지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0.107초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E7</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멈췄다가 다시 살아나도 잘못된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10초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E8</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내부에 오류를 일부러 발생시켜도 정상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준비 완료 · 라이브 기록 아직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E9</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처리 완료 후 응답만 끊겨도 중복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다만 증거 신뢰도는 낮음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E10</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실제 네트워크 장애를 만들어도 데이터 오류 없이 원인을 확인할 수 있는지 검증</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미실시 · 09-30 ~ 10-06 목표</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6" name="Text 3"/>
          <p:cNvSpPr/>
          <p:nvPr/>
        </p:nvSpPr>
        <p:spPr>
          <a:xfrm>
            <a:off x="566928" y="4956048"/>
            <a:ext cx="11057839" cy="832104"/>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라이브 PASS 6건. E5·E7은 불변식 C01~C23 전건 0위반이었다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E1~E9는 전부 프록시 모사다. 커널에 직접 넣는 것은 E10이 처음이다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303h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2026-08-31T13:32:05Z</dcterms:created>
  <dcterms:modified xsi:type="dcterms:W3CDTF">2026-08-31T13:32:05Z</dcterms:modified>
</cp:coreProperties>
</file>